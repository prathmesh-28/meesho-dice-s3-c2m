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i1OEMtuMi2TraVfKeQZ1Dn71t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" l="0" r="0" t="-833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-5400000">
            <a:off x="7160271" y="744682"/>
            <a:ext cx="3967448" cy="14347590"/>
          </a:xfrm>
          <a:custGeom>
            <a:rect b="b" l="l" r="r" t="t"/>
            <a:pathLst>
              <a:path extrusionOk="0" h="14347590" w="4277572">
                <a:moveTo>
                  <a:pt x="0" y="0"/>
                </a:moveTo>
                <a:lnTo>
                  <a:pt x="4277572" y="0"/>
                </a:lnTo>
                <a:lnTo>
                  <a:pt x="4277572" y="14347590"/>
                </a:lnTo>
                <a:lnTo>
                  <a:pt x="0" y="1434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89000"/>
            </a:blip>
            <a:stretch>
              <a:fillRect b="0" l="-228716" r="-21668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91845"/>
            <a:ext cx="18288000" cy="10195155"/>
          </a:xfrm>
          <a:custGeom>
            <a:rect b="b" l="l" r="r" t="t"/>
            <a:pathLst>
              <a:path extrusionOk="0" h="10195155" w="1828800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51655"/>
            </a:stretch>
          </a:blipFill>
          <a:ln>
            <a:noFill/>
          </a:ln>
        </p:spPr>
      </p:sp>
      <p:grpSp>
        <p:nvGrpSpPr>
          <p:cNvPr id="91" name="Google Shape;91;p2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92" name="Google Shape;92;p2"/>
            <p:cNvSpPr/>
            <p:nvPr/>
          </p:nvSpPr>
          <p:spPr>
            <a:xfrm>
              <a:off x="6699722" y="0"/>
              <a:ext cx="17684278" cy="3237433"/>
            </a:xfrm>
            <a:custGeom>
              <a:rect b="b" l="l" r="r" t="t"/>
              <a:pathLst>
                <a:path extrusionOk="0" h="3237433" w="17684278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 l="0" r="0" t="0"/>
              </a:stretch>
            </a:blipFill>
            <a:ln>
              <a:noFill/>
            </a:ln>
          </p:spPr>
        </p:sp>
        <p:grpSp>
          <p:nvGrpSpPr>
            <p:cNvPr id="93" name="Google Shape;93;p2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94" name="Google Shape;94;p2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rect b="b" l="l" r="r" t="t"/>
                <a:pathLst>
                  <a:path extrusionOk="0" h="639493" w="2570874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</p:sp>
          <p:sp>
            <p:nvSpPr>
              <p:cNvPr id="95" name="Google Shape;95;p2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9375" lIns="29375" spcFirstLastPara="1" rIns="29375" wrap="square" tIns="29375">
                <a:noAutofit/>
              </a:bodyPr>
              <a:lstStyle/>
              <a:p>
                <a:pPr indent="0" lvl="0" marL="0" marR="0" rtl="0" algn="ctr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" name="Google Shape;96;p2"/>
            <p:cNvSpPr/>
            <p:nvPr/>
          </p:nvSpPr>
          <p:spPr>
            <a:xfrm>
              <a:off x="538320" y="184543"/>
              <a:ext cx="5215177" cy="2868347"/>
            </a:xfrm>
            <a:custGeom>
              <a:rect b="b" l="l" r="r" t="t"/>
              <a:pathLst>
                <a:path extrusionOk="0" h="2868347" w="5215177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7" name="Google Shape;97;p2"/>
            <p:cNvSpPr/>
            <p:nvPr/>
          </p:nvSpPr>
          <p:spPr>
            <a:xfrm>
              <a:off x="935278" y="425330"/>
              <a:ext cx="4803566" cy="2386772"/>
            </a:xfrm>
            <a:custGeom>
              <a:rect b="b" l="l" r="r" t="t"/>
              <a:pathLst>
                <a:path extrusionOk="0" h="2386772" w="4803566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91845"/>
            <a:ext cx="18288000" cy="10195155"/>
          </a:xfrm>
          <a:custGeom>
            <a:rect b="b" l="l" r="r" t="t"/>
            <a:pathLst>
              <a:path extrusionOk="0" h="10195155" w="1828800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51655"/>
            </a:stretch>
          </a:blipFill>
          <a:ln>
            <a:noFill/>
          </a:ln>
        </p:spPr>
      </p:sp>
      <p:grpSp>
        <p:nvGrpSpPr>
          <p:cNvPr id="103" name="Google Shape;103;p3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04" name="Google Shape;104;p3"/>
            <p:cNvSpPr/>
            <p:nvPr/>
          </p:nvSpPr>
          <p:spPr>
            <a:xfrm>
              <a:off x="6699722" y="0"/>
              <a:ext cx="17684278" cy="3237433"/>
            </a:xfrm>
            <a:custGeom>
              <a:rect b="b" l="l" r="r" t="t"/>
              <a:pathLst>
                <a:path extrusionOk="0" h="3237433" w="17684278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 l="0" r="0" t="0"/>
              </a:stretch>
            </a:blipFill>
            <a:ln>
              <a:noFill/>
            </a:ln>
          </p:spPr>
        </p:sp>
        <p:grpSp>
          <p:nvGrpSpPr>
            <p:cNvPr id="105" name="Google Shape;105;p3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06" name="Google Shape;106;p3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rect b="b" l="l" r="r" t="t"/>
                <a:pathLst>
                  <a:path extrusionOk="0" h="639493" w="2570874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</p:sp>
          <p:sp>
            <p:nvSpPr>
              <p:cNvPr id="107" name="Google Shape;107;p3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9375" lIns="29375" spcFirstLastPara="1" rIns="29375" wrap="square" tIns="29375">
                <a:noAutofit/>
              </a:bodyPr>
              <a:lstStyle/>
              <a:p>
                <a:pPr indent="0" lvl="0" marL="0" marR="0" rtl="0" algn="ctr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" name="Google Shape;108;p3"/>
            <p:cNvSpPr/>
            <p:nvPr/>
          </p:nvSpPr>
          <p:spPr>
            <a:xfrm>
              <a:off x="538320" y="184543"/>
              <a:ext cx="5215177" cy="2868347"/>
            </a:xfrm>
            <a:custGeom>
              <a:rect b="b" l="l" r="r" t="t"/>
              <a:pathLst>
                <a:path extrusionOk="0" h="2868347" w="5215177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9" name="Google Shape;109;p3"/>
            <p:cNvSpPr/>
            <p:nvPr/>
          </p:nvSpPr>
          <p:spPr>
            <a:xfrm>
              <a:off x="935278" y="425330"/>
              <a:ext cx="4803566" cy="2386772"/>
            </a:xfrm>
            <a:custGeom>
              <a:rect b="b" l="l" r="r" t="t"/>
              <a:pathLst>
                <a:path extrusionOk="0" h="2386772" w="4803566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91845"/>
            <a:ext cx="18288000" cy="10195155"/>
          </a:xfrm>
          <a:custGeom>
            <a:rect b="b" l="l" r="r" t="t"/>
            <a:pathLst>
              <a:path extrusionOk="0" h="10195155" w="1828800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51655"/>
            </a:stretch>
          </a:blipFill>
          <a:ln>
            <a:noFill/>
          </a:ln>
        </p:spPr>
      </p:sp>
      <p:grpSp>
        <p:nvGrpSpPr>
          <p:cNvPr id="115" name="Google Shape;115;p4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16" name="Google Shape;116;p4"/>
            <p:cNvSpPr/>
            <p:nvPr/>
          </p:nvSpPr>
          <p:spPr>
            <a:xfrm>
              <a:off x="6699722" y="0"/>
              <a:ext cx="17684278" cy="3237433"/>
            </a:xfrm>
            <a:custGeom>
              <a:rect b="b" l="l" r="r" t="t"/>
              <a:pathLst>
                <a:path extrusionOk="0" h="3237433" w="17684278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 l="0" r="0" t="0"/>
              </a:stretch>
            </a:blipFill>
            <a:ln>
              <a:noFill/>
            </a:ln>
          </p:spPr>
        </p:sp>
        <p:grpSp>
          <p:nvGrpSpPr>
            <p:cNvPr id="117" name="Google Shape;117;p4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rect b="b" l="l" r="r" t="t"/>
                <a:pathLst>
                  <a:path extrusionOk="0" h="639493" w="2570874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9375" lIns="29375" spcFirstLastPara="1" rIns="29375" wrap="square" tIns="29375">
                <a:noAutofit/>
              </a:bodyPr>
              <a:lstStyle/>
              <a:p>
                <a:pPr indent="0" lvl="0" marL="0" marR="0" rtl="0" algn="ctr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" name="Google Shape;120;p4"/>
            <p:cNvSpPr/>
            <p:nvPr/>
          </p:nvSpPr>
          <p:spPr>
            <a:xfrm>
              <a:off x="538320" y="184543"/>
              <a:ext cx="5215177" cy="2868347"/>
            </a:xfrm>
            <a:custGeom>
              <a:rect b="b" l="l" r="r" t="t"/>
              <a:pathLst>
                <a:path extrusionOk="0" h="2868347" w="5215177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1" name="Google Shape;121;p4"/>
            <p:cNvSpPr/>
            <p:nvPr/>
          </p:nvSpPr>
          <p:spPr>
            <a:xfrm>
              <a:off x="935278" y="425330"/>
              <a:ext cx="4803566" cy="2386772"/>
            </a:xfrm>
            <a:custGeom>
              <a:rect b="b" l="l" r="r" t="t"/>
              <a:pathLst>
                <a:path extrusionOk="0" h="2386772" w="4803566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91845"/>
            <a:ext cx="18288000" cy="10195155"/>
          </a:xfrm>
          <a:custGeom>
            <a:rect b="b" l="l" r="r" t="t"/>
            <a:pathLst>
              <a:path extrusionOk="0" h="10195155" w="1828800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51655"/>
            </a:stretch>
          </a:blipFill>
          <a:ln>
            <a:noFill/>
          </a:ln>
        </p:spPr>
      </p:sp>
      <p:grpSp>
        <p:nvGrpSpPr>
          <p:cNvPr id="127" name="Google Shape;127;p5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/>
            <p:cNvSpPr/>
            <p:nvPr/>
          </p:nvSpPr>
          <p:spPr>
            <a:xfrm>
              <a:off x="6699722" y="0"/>
              <a:ext cx="17684278" cy="3237433"/>
            </a:xfrm>
            <a:custGeom>
              <a:rect b="b" l="l" r="r" t="t"/>
              <a:pathLst>
                <a:path extrusionOk="0" h="3237433" w="17684278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 l="0" r="0" t="0"/>
              </a:stretch>
            </a:blipFill>
            <a:ln>
              <a:noFill/>
            </a:ln>
          </p:spPr>
        </p:sp>
        <p:grpSp>
          <p:nvGrpSpPr>
            <p:cNvPr id="129" name="Google Shape;129;p5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rect b="b" l="l" r="r" t="t"/>
                <a:pathLst>
                  <a:path extrusionOk="0" h="639493" w="2570874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</p:sp>
          <p:sp>
            <p:nvSpPr>
              <p:cNvPr id="131" name="Google Shape;131;p5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9375" lIns="29375" spcFirstLastPara="1" rIns="29375" wrap="square" tIns="29375">
                <a:noAutofit/>
              </a:bodyPr>
              <a:lstStyle/>
              <a:p>
                <a:pPr indent="0" lvl="0" marL="0" marR="0" rtl="0" algn="ctr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/>
            <p:cNvSpPr/>
            <p:nvPr/>
          </p:nvSpPr>
          <p:spPr>
            <a:xfrm>
              <a:off x="538320" y="184543"/>
              <a:ext cx="5215177" cy="2868347"/>
            </a:xfrm>
            <a:custGeom>
              <a:rect b="b" l="l" r="r" t="t"/>
              <a:pathLst>
                <a:path extrusionOk="0" h="2868347" w="5215177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3" name="Google Shape;133;p5"/>
            <p:cNvSpPr/>
            <p:nvPr/>
          </p:nvSpPr>
          <p:spPr>
            <a:xfrm>
              <a:off x="935278" y="425330"/>
              <a:ext cx="4803566" cy="2386772"/>
            </a:xfrm>
            <a:custGeom>
              <a:rect b="b" l="l" r="r" t="t"/>
              <a:pathLst>
                <a:path extrusionOk="0" h="2386772" w="4803566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